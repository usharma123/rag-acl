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Incident Response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On-Call Engineering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Incident Severity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SEV1 - Critical (Response time: 15 minutes)</a:t>
            </a:r>
          </a:p>
          <a:p>
            <a:pPr>
              <a:defRPr sz="1400" b="0"/>
            </a:pPr>
            <a:r>
              <a:t>Complete service outage affecting all users</a:t>
            </a:r>
          </a:p>
          <a:p>
            <a:pPr>
              <a:defRPr sz="1400" b="0"/>
            </a:pPr>
            <a:r>
              <a:t>Data breach or security incident</a:t>
            </a:r>
          </a:p>
          <a:p>
            <a:pPr>
              <a:defRPr sz="1400" b="0"/>
            </a:pPr>
            <a:r>
              <a:t>Revenue-impacting issue over $10K per hour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SEV2 - High (Response time: 30 minutes)</a:t>
            </a:r>
          </a:p>
          <a:p>
            <a:pPr>
              <a:defRPr sz="1400" b="0"/>
            </a:pPr>
            <a:r>
              <a:t>Partial service degradation affecting over 25% of users</a:t>
            </a:r>
          </a:p>
          <a:p>
            <a:pPr>
              <a:defRPr sz="1400" b="0"/>
            </a:pPr>
            <a:r>
              <a:t>Critical feature completely unavailable</a:t>
            </a:r>
          </a:p>
          <a:p>
            <a:pPr>
              <a:defRPr sz="1400" b="0"/>
            </a:pPr>
            <a:r>
              <a:t>Performance degradation more than 5x normal latency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SEV3 - Medium (Response time: 4 hours)</a:t>
            </a:r>
          </a:p>
          <a:p>
            <a:pPr>
              <a:defRPr sz="1400" b="0"/>
            </a:pPr>
            <a:r>
              <a:t>Minor feature issues with workarounds available</a:t>
            </a:r>
          </a:p>
          <a:p>
            <a:pPr>
              <a:defRPr sz="1400" b="0"/>
            </a:pPr>
            <a:r>
              <a:t>Affecting less than 10% of users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SEV4 - Low (Response time: 24 hours)</a:t>
            </a:r>
          </a:p>
          <a:p>
            <a:pPr>
              <a:defRPr sz="1400" b="0"/>
            </a:pPr>
            <a:r>
              <a:t>Cosmetic issues and documentation errors</a:t>
            </a:r>
          </a:p>
          <a:p>
            <a:pPr>
              <a:defRPr sz="1400" b="0"/>
            </a:pPr>
            <a:r>
              <a:t>Minor bugs with easy workarounds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Incident Response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Step 1: DETECT</a:t>
            </a:r>
          </a:p>
          <a:p>
            <a:pPr>
              <a:defRPr sz="1400" b="0"/>
            </a:pPr>
            <a:r>
              <a:t>PagerDuty alert received on phone</a:t>
            </a:r>
          </a:p>
          <a:p>
            <a:pPr>
              <a:defRPr sz="1400" b="0"/>
            </a:pPr>
            <a:r>
              <a:t>Acknowledge alert within SLA timeframe</a:t>
            </a:r>
          </a:p>
          <a:p>
            <a:pPr>
              <a:defRPr sz="1400" b="0"/>
            </a:pPr>
            <a:r>
              <a:t>Join #incident-response Slack channel immediately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Step 2: ASSESS</a:t>
            </a:r>
          </a:p>
          <a:p>
            <a:pPr>
              <a:defRPr sz="1400" b="0"/>
            </a:pPr>
            <a:r>
              <a:t>Check Datadog dashboards for metrics</a:t>
            </a:r>
          </a:p>
          <a:p>
            <a:pPr>
              <a:defRPr sz="1400" b="0"/>
            </a:pPr>
            <a:r>
              <a:t>Identify which services are affected</a:t>
            </a:r>
          </a:p>
          <a:p>
            <a:pPr>
              <a:defRPr sz="1400" b="0"/>
            </a:pPr>
            <a:r>
              <a:t>Determine severity level based on impact</a:t>
            </a:r>
          </a:p>
          <a:p>
            <a:pPr>
              <a:defRPr sz="1400" b="0"/>
            </a:pPr>
            <a:r>
              <a:t>Page additional responders if needed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Step 3: MITIGATE</a:t>
            </a:r>
          </a:p>
          <a:p>
            <a:pPr>
              <a:defRPr sz="1400" b="0"/>
            </a:pPr>
            <a:r>
              <a:t>Apply immediate fix or rollback deployment</a:t>
            </a:r>
          </a:p>
          <a:p>
            <a:pPr>
              <a:defRPr sz="1400" b="0"/>
            </a:pPr>
            <a:r>
              <a:t>Communicate status updates to stakeholders</a:t>
            </a:r>
          </a:p>
          <a:p>
            <a:pPr>
              <a:defRPr sz="1400" b="0"/>
            </a:pPr>
            <a:r>
              <a:t>Update public status page if customer-facing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Step 4: RESOLVE AND REVIEW</a:t>
            </a:r>
          </a:p>
          <a:p>
            <a:pPr>
              <a:defRPr sz="1400" b="0"/>
            </a:pPr>
            <a:r>
              <a:t>Verify the fix is working correctly</a:t>
            </a:r>
          </a:p>
          <a:p>
            <a:pPr>
              <a:defRPr sz="1400" b="0"/>
            </a:pPr>
            <a:r>
              <a:t>Monitor metrics for 30 minutes post-fix</a:t>
            </a:r>
          </a:p>
          <a:p>
            <a:pPr>
              <a:defRPr sz="1400" b="0"/>
            </a:pPr>
            <a:r>
              <a:t>Schedule post-mortem within 48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