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Engineering Team - Q1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Core Architecture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Frontend Layer:</a:t>
            </a:r>
          </a:p>
          <a:p>
            <a:pPr>
              <a:defRPr sz="1600" b="0"/>
            </a:pPr>
            <a:r>
              <a:t>React 18 with TypeScript for type safety</a:t>
            </a:r>
          </a:p>
          <a:p>
            <a:pPr>
              <a:defRPr sz="1600" b="0"/>
            </a:pPr>
            <a:r>
              <a:t>Next.js 14 for server-side rendering and routing</a:t>
            </a:r>
          </a:p>
          <a:p>
            <a:pPr>
              <a:defRPr sz="1600" b="0"/>
            </a:pPr>
            <a:r>
              <a:t>TailwindCSS for utility-first styling</a:t>
            </a:r>
          </a:p>
          <a:p>
            <a:pPr>
              <a:defRPr sz="1600" b="0"/>
            </a:pPr>
            <a:r>
              <a:t>Deployed on Vercel Edge Network globally</a:t>
            </a:r>
          </a:p>
          <a:p>
            <a:pPr>
              <a:defRPr sz="1600" b="0"/>
            </a:pPr>
          </a:p>
          <a:p>
            <a:pPr>
              <a:defRPr sz="1600" b="1"/>
            </a:pPr>
            <a:r>
              <a:t>API Layer:</a:t>
            </a:r>
          </a:p>
          <a:p>
            <a:pPr>
              <a:defRPr sz="1600" b="0"/>
            </a:pPr>
            <a:r>
              <a:t>FastAPI Python 3.11 for high performance</a:t>
            </a:r>
          </a:p>
          <a:p>
            <a:pPr>
              <a:defRPr sz="1600" b="0"/>
            </a:pPr>
            <a:r>
              <a:t>GraphQL with Strawberry for flexible queries</a:t>
            </a:r>
          </a:p>
          <a:p>
            <a:pPr>
              <a:defRPr sz="1600" b="0"/>
            </a:pPr>
            <a:r>
              <a:t>Rate limiting: 1000 requests per minute per user</a:t>
            </a:r>
          </a:p>
          <a:p>
            <a:pPr>
              <a:defRPr sz="1600" b="0"/>
            </a:pPr>
            <a:r>
              <a:t>Authentication via JWT tokens with Convex Auth</a:t>
            </a:r>
          </a:p>
          <a:p>
            <a:pPr>
              <a:defRPr sz="1600" b="0"/>
            </a:pPr>
          </a:p>
          <a:p>
            <a:pPr>
              <a:defRPr sz="1600" b="1"/>
            </a:pPr>
            <a:r>
              <a:t>Data Layer:</a:t>
            </a:r>
          </a:p>
          <a:p>
            <a:pPr>
              <a:defRPr sz="1600" b="0"/>
            </a:pPr>
            <a:r>
              <a:t>Convex for real-time database and subscriptions</a:t>
            </a:r>
          </a:p>
          <a:p>
            <a:pPr>
              <a:defRPr sz="1600" b="0"/>
            </a:pPr>
            <a:r>
              <a:t>FAISS for vector similarity search</a:t>
            </a:r>
          </a:p>
          <a:p>
            <a:pPr>
              <a:defRPr sz="1600" b="0"/>
            </a:pPr>
            <a:r>
              <a:t>Redis for caching with 15 minute TTL</a:t>
            </a:r>
          </a:p>
          <a:p>
            <a:pPr>
              <a:defRPr sz="1600" b="0"/>
            </a:pPr>
            <a:r>
              <a:t>S3 for document and file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Deployment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CI/CD Pipeline:</a:t>
            </a:r>
          </a:p>
          <a:p>
            <a:pPr>
              <a:defRPr sz="1400" b="0"/>
            </a:pPr>
            <a:r>
              <a:t>1. Developer pushes to feature branch</a:t>
            </a:r>
          </a:p>
          <a:p>
            <a:pPr>
              <a:defRPr sz="1400" b="0"/>
            </a:pPr>
            <a:r>
              <a:t>2. GitHub Actions runs unit, integration, and e2e tests</a:t>
            </a:r>
          </a:p>
          <a:p>
            <a:pPr>
              <a:defRPr sz="1400" b="0"/>
            </a:pPr>
            <a:r>
              <a:t>3. Code review required from 2 team members</a:t>
            </a:r>
          </a:p>
          <a:p>
            <a:pPr>
              <a:defRPr sz="1400" b="0"/>
            </a:pPr>
            <a:r>
              <a:t>4. Merge to main triggers automatic staging deploy</a:t>
            </a:r>
          </a:p>
          <a:p>
            <a:pPr>
              <a:defRPr sz="1400" b="0"/>
            </a:pPr>
            <a:r>
              <a:t>5. QA verification in staging environment (24hr soak test)</a:t>
            </a:r>
          </a:p>
          <a:p>
            <a:pPr>
              <a:defRPr sz="1400" b="0"/>
            </a:pPr>
            <a:r>
              <a:t>6. Production deploy via blue-green deployment strategy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Rollback Procedure:</a:t>
            </a:r>
          </a:p>
          <a:p>
            <a:pPr>
              <a:defRPr sz="1400" b="0"/>
            </a:pPr>
            <a:r>
              <a:t>Automated rollback triggers if error rate exceeds 1%</a:t>
            </a:r>
          </a:p>
          <a:p>
            <a:pPr>
              <a:defRPr sz="1400" b="0"/>
            </a:pPr>
            <a:r>
              <a:t>Manual rollback available via CLI tool</a:t>
            </a:r>
          </a:p>
          <a:p>
            <a:pPr>
              <a:defRPr sz="1400" b="0"/>
            </a:pPr>
            <a:r>
              <a:t>Database migrations are always backwards-compatible</a:t>
            </a:r>
          </a:p>
          <a:p>
            <a:pPr>
              <a:defRPr sz="1400" b="0"/>
            </a:pPr>
          </a:p>
          <a:p>
            <a:pPr>
              <a:defRPr sz="1400" b="1"/>
            </a:pPr>
            <a:r>
              <a:t>Monitoring:</a:t>
            </a:r>
          </a:p>
          <a:p>
            <a:pPr>
              <a:defRPr sz="1400" b="0"/>
            </a:pPr>
            <a:r>
              <a:t>Datadog for APM, metrics, and centralized logs</a:t>
            </a:r>
          </a:p>
          <a:p>
            <a:pPr>
              <a:defRPr sz="1400" b="0"/>
            </a:pPr>
            <a:r>
              <a:t>PagerDuty for on-call alerts and escalation</a:t>
            </a:r>
          </a:p>
          <a:p>
            <a:pPr>
              <a:defRPr sz="1400" b="0"/>
            </a:pPr>
            <a:r>
              <a:t>SLO targets: 99.9% uptime, p99 latency under 200ms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 Debt &amp; Q1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Current Tech Debt Priority:</a:t>
            </a:r>
          </a:p>
          <a:p>
            <a:pPr>
              <a:defRPr sz="1600" b="0"/>
            </a:pPr>
            <a:r>
              <a:t>1. Migrate legacy auth to Convex Auth - 2 weeks</a:t>
            </a:r>
          </a:p>
          <a:p>
            <a:pPr>
              <a:defRPr sz="1600" b="0"/>
            </a:pPr>
            <a:r>
              <a:t>2. Replace REST endpoints with GraphQL - 3 weeks</a:t>
            </a:r>
          </a:p>
          <a:p>
            <a:pPr>
              <a:defRPr sz="1600" b="0"/>
            </a:pPr>
            <a:r>
              <a:t>3. Upgrade React Query to TanStack Query v5 - 1 week</a:t>
            </a:r>
          </a:p>
          <a:p>
            <a:pPr>
              <a:defRPr sz="1600" b="0"/>
            </a:pPr>
            <a:r>
              <a:t>4. Implement proper error boundaries - 1 week</a:t>
            </a:r>
          </a:p>
          <a:p>
            <a:pPr>
              <a:defRPr sz="1600" b="0"/>
            </a:pPr>
          </a:p>
          <a:p>
            <a:pPr>
              <a:defRPr sz="1600" b="1"/>
            </a:pPr>
            <a:r>
              <a:t>Q1 2025 Engineering Initiatives:</a:t>
            </a:r>
          </a:p>
          <a:p>
            <a:pPr>
              <a:defRPr sz="1600" b="0"/>
            </a:pPr>
            <a:r>
              <a:t>Real-time collaboration features using WebSocket</a:t>
            </a:r>
          </a:p>
          <a:p>
            <a:pPr>
              <a:defRPr sz="1600" b="0"/>
            </a:pPr>
            <a:r>
              <a:t>Multi-region deployment to US-West and EU-Central</a:t>
            </a:r>
          </a:p>
          <a:p>
            <a:pPr>
              <a:defRPr sz="1600" b="0"/>
            </a:pPr>
            <a:r>
              <a:t>AI-powered search improvements with reranking</a:t>
            </a:r>
          </a:p>
          <a:p>
            <a:pPr>
              <a:defRPr sz="1600" b="0"/>
            </a:pPr>
            <a:r>
              <a:t>Mobile app MVP using React Native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